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40174" y="1143000"/>
            <a:ext cx="5681171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6"/>
                </a:solidFill>
              </a:defRPr>
            </a:pPr>
            <a:r>
              <a:rPr dirty="0"/>
              <a:t>Data Analysis Essentials</a:t>
            </a:r>
          </a:p>
          <a:p>
            <a:pPr algn="ctr">
              <a:defRPr sz="2700" b="1">
                <a:solidFill>
                  <a:srgbClr val="4472C4"/>
                </a:solidFill>
              </a:defRPr>
            </a:pPr>
            <a:r>
              <a:rPr dirty="0"/>
              <a:t>Cornerstone Project — Second Review</a:t>
            </a:r>
          </a:p>
          <a:p>
            <a:pPr algn="ctr">
              <a:defRPr sz="3100" b="1">
                <a:solidFill>
                  <a:srgbClr val="2D2D2D"/>
                </a:solidFill>
              </a:defRPr>
            </a:pPr>
            <a:r>
              <a:rPr dirty="0"/>
              <a:t>Food Delivery Data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749039"/>
            <a:ext cx="493776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28231" y="3877055"/>
            <a:ext cx="460857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t>Department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t>Department of Artificial Intelligence &amp; Machine Learning</a:t>
            </a:r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4B0A9B6E-6BED-E770-BD74-9A366B3B1D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80" y="270433"/>
            <a:ext cx="4610910" cy="6286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0510" y="3768494"/>
            <a:ext cx="5212080" cy="12344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K.jaswanthi</a:t>
            </a:r>
            <a:r>
              <a:rPr lang="en-IN" dirty="0">
                <a:solidFill>
                  <a:schemeClr val="tx1"/>
                </a:solidFill>
              </a:rPr>
              <a:t> 25B11AI619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</a:rPr>
              <a:t>J.deekshitha</a:t>
            </a:r>
            <a:r>
              <a:rPr lang="en-IN" dirty="0">
                <a:solidFill>
                  <a:schemeClr val="tx1"/>
                </a:solidFill>
              </a:rPr>
              <a:t> 25B11AI418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</a:rPr>
              <a:t>k.Pravallika</a:t>
            </a:r>
            <a:r>
              <a:rPr lang="en-IN" dirty="0">
                <a:solidFill>
                  <a:schemeClr val="tx1"/>
                </a:solidFill>
              </a:rPr>
              <a:t> 26b21ai052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Ch. </a:t>
            </a:r>
            <a:r>
              <a:rPr lang="en-IN" dirty="0" err="1">
                <a:solidFill>
                  <a:schemeClr val="tx1"/>
                </a:solidFill>
              </a:rPr>
              <a:t>siri</a:t>
            </a:r>
            <a:r>
              <a:rPr lang="en-IN" dirty="0">
                <a:solidFill>
                  <a:schemeClr val="tx1"/>
                </a:solidFill>
              </a:rPr>
              <a:t> Varshini 26B21AI017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67058"/>
            <a:ext cx="257865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rPr dirty="0"/>
              <a:t>SECOND REVIEW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27970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6E6E"/>
                </a:solidFill>
              </a:defRPr>
            </a:pPr>
            <a:r>
              <a:t>This example emphasizes completed work and evidence, not project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64338"/>
            <a:ext cx="347472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892354"/>
            <a:ext cx="314553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t>1. Implementation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t>Working notebook/code, successful execution, model or analysis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764338"/>
            <a:ext cx="347472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2892354"/>
            <a:ext cx="314553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t>2. Preprocessing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t>Actual missing-value treatment, duplicates, transformations and final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764338"/>
            <a:ext cx="347472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2892354"/>
            <a:ext cx="314553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t>3. Analysis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t>EDA, comparisons, statistics and patterns discovered from the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73098"/>
            <a:ext cx="347472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4401114"/>
            <a:ext cx="314553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t>4. Visualization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t>Graphs + interpretation of what each graph tells 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273098"/>
            <a:ext cx="347472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4401114"/>
            <a:ext cx="314553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t>5. Results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t>Metrics, key findings, conclusions and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273098"/>
            <a:ext cx="347472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4401114"/>
            <a:ext cx="314553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t>6. Presentation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t>Report/notebook evidence and clear individual contribution</a:t>
            </a:r>
          </a:p>
        </p:txBody>
      </p:sp>
      <p:pic>
        <p:nvPicPr>
          <p:cNvPr id="54" name="object 3">
            <a:extLst>
              <a:ext uri="{FF2B5EF4-FFF2-40B4-BE49-F238E27FC236}">
                <a16:creationId xmlns:a16="http://schemas.microsoft.com/office/drawing/2014/main" id="{D7544F32-DE5A-1C03-8915-B2D3A46617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62456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PROJECT OVERVIEW — FOOD DELIVERY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12264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rPr dirty="0"/>
              <a:t>Problem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Identify factors that influence food delivery orders, customer ratings, delivery time and order value.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Objective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Clean the food-delivery dataset, perform EDA, visualize important patterns and generate useful service insights.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Dataset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50,000 raw records with 1,000 duplicate rows. After duplicate removal: 49,000 unique records. No null values are present in the generated dataset.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Tools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Python • Pandas • NumPy • Matplotlib • Google </a:t>
            </a:r>
            <a:r>
              <a:rPr dirty="0" err="1"/>
              <a:t>Colab</a:t>
            </a:r>
            <a:endParaRPr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9D52811A-EECD-518A-90DB-F8D485E445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664" y="7315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DATASET SNAPSHOT — BEFORE &amp; AFTER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258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Before cleaning</a:t>
            </a:r>
          </a:p>
          <a:p>
            <a:pPr>
              <a:spcAft>
                <a:spcPts val="700"/>
              </a:spcAft>
              <a:defRPr sz="1700"/>
            </a:pPr>
            <a:r>
              <a:t>Rows: 50,000</a:t>
            </a:r>
          </a:p>
          <a:p>
            <a:pPr>
              <a:spcAft>
                <a:spcPts val="700"/>
              </a:spcAft>
              <a:defRPr sz="1700"/>
            </a:pPr>
            <a:r>
              <a:t>Columns: 11</a:t>
            </a:r>
          </a:p>
          <a:p>
            <a:pPr>
              <a:spcAft>
                <a:spcPts val="700"/>
              </a:spcAft>
              <a:defRPr sz="1700"/>
            </a:pPr>
            <a:r>
              <a:t>Duplicate rows: 1,000</a:t>
            </a:r>
          </a:p>
          <a:p>
            <a:pPr>
              <a:spcAft>
                <a:spcPts val="700"/>
              </a:spcAft>
              <a:defRPr sz="1700"/>
            </a:pPr>
            <a:r>
              <a:t>Missing values: 0</a:t>
            </a:r>
          </a:p>
          <a:p>
            <a:pPr>
              <a:spcAft>
                <a:spcPts val="700"/>
              </a:spcAft>
              <a:defRPr sz="1700"/>
            </a:pPr>
            <a:endParaRPr/>
          </a:p>
          <a:p>
            <a:pPr>
              <a:spcAft>
                <a:spcPts val="700"/>
              </a:spcAft>
              <a:defRPr sz="1700"/>
            </a:pPr>
            <a:r>
              <a:t>After cleaning</a:t>
            </a:r>
          </a:p>
          <a:p>
            <a:pPr>
              <a:spcAft>
                <a:spcPts val="700"/>
              </a:spcAft>
              <a:defRPr sz="1700"/>
            </a:pPr>
            <a:r>
              <a:t>Rows: 49,000</a:t>
            </a:r>
          </a:p>
          <a:p>
            <a:pPr>
              <a:spcAft>
                <a:spcPts val="700"/>
              </a:spcAft>
              <a:defRPr sz="1700"/>
            </a:pPr>
            <a:r>
              <a:t>Columns: 11</a:t>
            </a:r>
          </a:p>
          <a:p>
            <a:pPr>
              <a:spcAft>
                <a:spcPts val="700"/>
              </a:spcAft>
              <a:defRPr sz="1700"/>
            </a:pPr>
            <a:r>
              <a:t>Duplicate rows: 0</a:t>
            </a:r>
          </a:p>
          <a:p>
            <a:pPr>
              <a:spcAft>
                <a:spcPts val="700"/>
              </a:spcAft>
              <a:defRPr sz="1700"/>
            </a:pPr>
            <a:r>
              <a:t>Missing values: 0</a:t>
            </a:r>
          </a:p>
          <a:p>
            <a:pPr>
              <a:spcAft>
                <a:spcPts val="700"/>
              </a:spcAft>
              <a:defRPr sz="1700"/>
            </a:pPr>
            <a:endParaRPr/>
          </a:p>
          <a:p>
            <a:pPr>
              <a:spcAft>
                <a:spcPts val="700"/>
              </a:spcAft>
              <a:defRPr sz="1700"/>
            </a:pPr>
            <a:r>
              <a:t>Dataset fields</a:t>
            </a:r>
          </a:p>
          <a:p>
            <a:pPr>
              <a:spcAft>
                <a:spcPts val="700"/>
              </a:spcAft>
              <a:defRPr sz="1700"/>
            </a:pPr>
            <a:r>
              <a:t>Order ID, customer age, city, cuisine, restaurant, order value, distance, delivery time, customer rating, payment method and order status.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9864CF3F-2666-EC0E-B3BC-638E6F93DC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8961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IMPLEMENTATION —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rPr dirty="0"/>
              <a:t>Step 1 — Load dataset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Read the 50,000 food-delivery records using Pandas.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Step 2 — Duplicate removal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Detected and removed 1,000 duplicate order rows.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Step 3 — Missing-value check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Checked every column; the final dataset contains 0 null values.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Step 4 — Final validation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Verified row count, duplicate count, data types and basic statistics.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Result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Clean dataset with 49,000 unique records is ready for EDA and visualization.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8974B560-A1E9-A505-6668-16D6BC179C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103835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DATA ANALYSIS — ORDERS BY CUISINE</a:t>
            </a:r>
          </a:p>
        </p:txBody>
      </p:sp>
      <p:pic>
        <p:nvPicPr>
          <p:cNvPr id="3" name="Picture 2" descr="chart_cui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1755648"/>
            <a:ext cx="73152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11312" y="2139696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rPr dirty="0"/>
              <a:t>Key observation</a:t>
            </a:r>
          </a:p>
          <a:p>
            <a:pPr>
              <a:spcAft>
                <a:spcPts val="700"/>
              </a:spcAft>
              <a:defRPr sz="1800"/>
            </a:pPr>
            <a:r>
              <a:rPr dirty="0"/>
              <a:t>Biryani has the highest number of orders in the dataset (10,714). This helps identify popular food categories.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E0E43690-A7A7-5866-3EAC-B91CBE0154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09897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DATA ANALYSIS — PAYMENT METHODS</a:t>
            </a:r>
          </a:p>
        </p:txBody>
      </p:sp>
      <p:pic>
        <p:nvPicPr>
          <p:cNvPr id="3" name="Picture 2" descr="chart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4257"/>
            <a:ext cx="7315200" cy="5225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2176272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rPr dirty="0"/>
              <a:t>Key observation</a:t>
            </a:r>
          </a:p>
          <a:p>
            <a:pPr>
              <a:spcAft>
                <a:spcPts val="700"/>
              </a:spcAft>
              <a:defRPr sz="1800"/>
            </a:pPr>
            <a:r>
              <a:rPr dirty="0"/>
              <a:t>UPI is the most-used payment method (23,619 orders). This can guide payment integration and customer convenience.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D092D7D4-571F-F2F0-FF65-3B8D89182DA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8869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PROJECT IMPLEMENTATION — PYTHON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58730"/>
            <a:ext cx="1097280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rPr lang="en-IN" dirty="0"/>
              <a:t>import pandas as pd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pPr>
              <a:spcAft>
                <a:spcPts val="700"/>
              </a:spcAft>
              <a:defRPr sz="1500"/>
            </a:pPr>
            <a:endParaRPr lang="en-IN" dirty="0"/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("food_delivery_dataset_50000.csv")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df.drop_duplicates</a:t>
            </a:r>
            <a:r>
              <a:rPr lang="en-IN" dirty="0"/>
              <a:t>()</a:t>
            </a:r>
          </a:p>
          <a:p>
            <a:pPr>
              <a:spcAft>
                <a:spcPts val="700"/>
              </a:spcAft>
              <a:defRPr sz="1500"/>
            </a:pPr>
            <a:endParaRPr lang="en-IN" dirty="0"/>
          </a:p>
          <a:p>
            <a:pPr>
              <a:spcAft>
                <a:spcPts val="700"/>
              </a:spcAft>
              <a:defRPr sz="1500"/>
            </a:pPr>
            <a:r>
              <a:rPr lang="en-IN" dirty="0"/>
              <a:t>print(</a:t>
            </a:r>
            <a:r>
              <a:rPr lang="en-IN" dirty="0" err="1"/>
              <a:t>df.shape</a:t>
            </a:r>
            <a:r>
              <a:rPr lang="en-IN" dirty="0"/>
              <a:t>)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/>
              <a:t>print(</a:t>
            </a:r>
            <a:r>
              <a:rPr lang="en-IN" dirty="0" err="1"/>
              <a:t>df.isnull</a:t>
            </a:r>
            <a:r>
              <a:rPr lang="en-IN" dirty="0"/>
              <a:t>().sum().sum())</a:t>
            </a:r>
          </a:p>
          <a:p>
            <a:pPr>
              <a:spcAft>
                <a:spcPts val="700"/>
              </a:spcAft>
              <a:defRPr sz="1500"/>
            </a:pPr>
            <a:endParaRPr lang="en-IN" dirty="0"/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df</a:t>
            </a:r>
            <a:r>
              <a:rPr lang="en-IN" dirty="0"/>
              <a:t>["Cuisine"].</a:t>
            </a:r>
            <a:r>
              <a:rPr lang="en-IN" dirty="0" err="1"/>
              <a:t>value_counts</a:t>
            </a:r>
            <a:r>
              <a:rPr lang="en-IN" dirty="0"/>
              <a:t>().plot(kind="bar")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plt.title</a:t>
            </a:r>
            <a:r>
              <a:rPr lang="en-IN" dirty="0"/>
              <a:t>("Orders by Cuisine")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pPr>
              <a:spcAft>
                <a:spcPts val="700"/>
              </a:spcAft>
              <a:defRPr sz="1500"/>
            </a:pPr>
            <a:endParaRPr lang="en-IN" dirty="0"/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df</a:t>
            </a:r>
            <a:r>
              <a:rPr lang="en-IN" dirty="0"/>
              <a:t>["</a:t>
            </a:r>
            <a:r>
              <a:rPr lang="en-IN" dirty="0" err="1"/>
              <a:t>Payment_Method</a:t>
            </a:r>
            <a:r>
              <a:rPr lang="en-IN" dirty="0"/>
              <a:t>"].</a:t>
            </a:r>
            <a:r>
              <a:rPr lang="en-IN" dirty="0" err="1"/>
              <a:t>value_counts</a:t>
            </a:r>
            <a:r>
              <a:rPr lang="en-IN" dirty="0"/>
              <a:t>().plot(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/>
              <a:t>    kind="pie", </a:t>
            </a:r>
            <a:r>
              <a:rPr lang="en-IN" dirty="0" err="1"/>
              <a:t>autopct</a:t>
            </a:r>
            <a:r>
              <a:rPr lang="en-IN" dirty="0"/>
              <a:t>="%1.1f%%"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/>
              <a:t>)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plt.title</a:t>
            </a:r>
            <a:r>
              <a:rPr lang="en-IN" dirty="0"/>
              <a:t>("Payment Method Distribution")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plt.ylabel</a:t>
            </a:r>
            <a:r>
              <a:rPr lang="en-IN" dirty="0"/>
              <a:t>("")</a:t>
            </a:r>
          </a:p>
          <a:p>
            <a:pPr>
              <a:spcAft>
                <a:spcPts val="700"/>
              </a:spcAft>
              <a:defRPr sz="1500"/>
            </a:pPr>
            <a:r>
              <a:rPr lang="en-IN" dirty="0" err="1"/>
              <a:t>plt.show</a:t>
            </a:r>
            <a:r>
              <a:rPr lang="en-IN" dirty="0"/>
              <a:t>()</a:t>
            </a:r>
            <a:endParaRPr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382B7917-9EBC-53C6-B081-C55178479A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601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VISUALIZATION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rPr dirty="0"/>
              <a:t>1. Cuisine Bar Chart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Compares the number of orders across food categories.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2. Payment Pie Chart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Shows the proportion of orders made through UPI, cash, card and wallet.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3. City Bar Chart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Compares food-order demand across cities.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4. Order Status Chart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Shows delivered, cancelled and pending orders.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Why this matters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Graphs make food-order patterns easier to compare and help convert raw data into business insights.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323083D-0989-2CA1-DC3D-72575D8B54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82296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RESULTS &amp; KEY FOOD-DELIVERY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rPr dirty="0"/>
              <a:t>Dataset result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50,000 raw records → 49,000 unique records after removing 1,000 duplicates.</a:t>
            </a:r>
          </a:p>
          <a:p>
            <a:pPr>
              <a:spcAft>
                <a:spcPts val="700"/>
              </a:spcAft>
              <a:defRPr sz="1600"/>
            </a:pPr>
            <a:endParaRPr dirty="0"/>
          </a:p>
          <a:p>
            <a:pPr>
              <a:spcAft>
                <a:spcPts val="700"/>
              </a:spcAft>
              <a:defRPr sz="1600"/>
            </a:pPr>
            <a:r>
              <a:rPr dirty="0"/>
              <a:t>Finding 1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Most popular cuisine: Biryani (10,714 orders).</a:t>
            </a:r>
          </a:p>
          <a:p>
            <a:pPr>
              <a:spcAft>
                <a:spcPts val="700"/>
              </a:spcAft>
              <a:defRPr sz="1600"/>
            </a:pPr>
            <a:endParaRPr dirty="0"/>
          </a:p>
          <a:p>
            <a:pPr>
              <a:spcAft>
                <a:spcPts val="700"/>
              </a:spcAft>
              <a:defRPr sz="1600"/>
            </a:pPr>
            <a:r>
              <a:rPr dirty="0"/>
              <a:t>Finding 2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Most-used payment method: UPI (23,619 orders).</a:t>
            </a:r>
          </a:p>
          <a:p>
            <a:pPr>
              <a:spcAft>
                <a:spcPts val="700"/>
              </a:spcAft>
              <a:defRPr sz="1600"/>
            </a:pPr>
            <a:endParaRPr dirty="0"/>
          </a:p>
          <a:p>
            <a:pPr>
              <a:spcAft>
                <a:spcPts val="700"/>
              </a:spcAft>
              <a:defRPr sz="1600"/>
            </a:pPr>
            <a:r>
              <a:rPr dirty="0"/>
              <a:t>Finding 3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Highest-order city: Warangal (8,309 orders).</a:t>
            </a:r>
          </a:p>
          <a:p>
            <a:pPr>
              <a:spcAft>
                <a:spcPts val="700"/>
              </a:spcAft>
              <a:defRPr sz="1600"/>
            </a:pPr>
            <a:endParaRPr dirty="0"/>
          </a:p>
          <a:p>
            <a:pPr>
              <a:spcAft>
                <a:spcPts val="700"/>
              </a:spcAft>
              <a:defRPr sz="1600"/>
            </a:pPr>
            <a:r>
              <a:rPr dirty="0"/>
              <a:t>Finding 4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Delivered orders form the largest order-status group (42,290 orders).</a:t>
            </a:r>
          </a:p>
          <a:p>
            <a:pPr>
              <a:spcAft>
                <a:spcPts val="700"/>
              </a:spcAft>
              <a:defRPr sz="1600"/>
            </a:pPr>
            <a:endParaRPr dirty="0"/>
          </a:p>
          <a:p>
            <a:pPr>
              <a:spcAft>
                <a:spcPts val="700"/>
              </a:spcAft>
              <a:defRPr sz="1600"/>
            </a:pPr>
            <a:r>
              <a:rPr dirty="0"/>
              <a:t>Conclusion</a:t>
            </a:r>
          </a:p>
          <a:p>
            <a:pPr>
              <a:spcAft>
                <a:spcPts val="700"/>
              </a:spcAft>
              <a:defRPr sz="1600"/>
            </a:pPr>
            <a:r>
              <a:rPr dirty="0"/>
              <a:t>Cuisine preference, payment choice, location and order status are useful variables for understanding food-delivery performance.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5D24B8AE-42D0-6CEC-EFFE-F73D2565D4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0332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PROJECT REPORT &amp; PRESENTATION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27632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rPr dirty="0"/>
              <a:t>Report contents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Problem statement • Dataset description • Preprocessing • EDA • Visualizations • Results • Insights • Conclusion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Notebook / Code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Working Python code with dataset loading, duplicate removal, null checking, statistics and graphs.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Presentation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Charts are labelled and each major visualization includes an interpretation.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Evidence for viva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Show the CSV dataset, preprocessing output, graphs, summary statistics and key findings.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  <a:p>
            <a:pPr>
              <a:spcAft>
                <a:spcPts val="700"/>
              </a:spcAft>
              <a:defRPr sz="1700"/>
            </a:pPr>
            <a:r>
              <a:rPr dirty="0"/>
              <a:t>Individual contribution</a:t>
            </a:r>
          </a:p>
          <a:p>
            <a:pPr>
              <a:spcAft>
                <a:spcPts val="700"/>
              </a:spcAft>
              <a:defRPr sz="1700"/>
            </a:pPr>
            <a:r>
              <a:rPr dirty="0"/>
              <a:t>Each student should explain the part they implemented and justify the analysis choices.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946A3612-02DD-ECA8-F894-38B4037356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COMPLETED FOOD DELIVERY 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258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rPr dirty="0"/>
              <a:t>Raw Food Delivery Dataset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        ↓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Data Inspection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        ↓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Duplicate Removal + Null Check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        ↓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Preprocessing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        ↓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Exploratory Data Analysis (EDA)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        ↓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Visualization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        ↓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Food-Order Comparisons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        ↓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Insights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        ↓</a:t>
            </a:r>
          </a:p>
          <a:p>
            <a:pPr>
              <a:spcAft>
                <a:spcPts val="700"/>
              </a:spcAft>
              <a:defRPr sz="1900"/>
            </a:pPr>
            <a:r>
              <a:rPr dirty="0"/>
              <a:t>Final Report</a:t>
            </a:r>
          </a:p>
          <a:p>
            <a:pPr>
              <a:spcAft>
                <a:spcPts val="700"/>
              </a:spcAft>
              <a:defRPr sz="1900"/>
            </a:pPr>
            <a:endParaRPr dirty="0"/>
          </a:p>
          <a:p>
            <a:pPr>
              <a:spcAft>
                <a:spcPts val="700"/>
              </a:spcAft>
              <a:defRPr sz="1900"/>
            </a:pPr>
            <a:r>
              <a:rPr dirty="0"/>
              <a:t>Every stage has evidence through code, output, chart, statistic or interpretation.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9CAF0488-BEA5-EC23-CF1A-EDC8FC7174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686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CONCLUSION — SECOND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rPr dirty="0"/>
              <a:t>The Food Delivery Data Analysis project demonstrates a complete data-analysis pipeline.</a:t>
            </a:r>
          </a:p>
          <a:p>
            <a:pPr>
              <a:spcAft>
                <a:spcPts val="700"/>
              </a:spcAft>
              <a:defRPr sz="1800"/>
            </a:pPr>
            <a:endParaRPr dirty="0"/>
          </a:p>
          <a:p>
            <a:pPr>
              <a:spcAft>
                <a:spcPts val="700"/>
              </a:spcAft>
              <a:defRPr sz="1800"/>
            </a:pPr>
            <a:r>
              <a:rPr dirty="0"/>
              <a:t>The raw dataset was inspected, cleaned and validated.</a:t>
            </a:r>
          </a:p>
          <a:p>
            <a:pPr>
              <a:spcAft>
                <a:spcPts val="700"/>
              </a:spcAft>
              <a:defRPr sz="1800"/>
            </a:pPr>
            <a:endParaRPr dirty="0"/>
          </a:p>
          <a:p>
            <a:pPr>
              <a:spcAft>
                <a:spcPts val="700"/>
              </a:spcAft>
              <a:defRPr sz="1800"/>
            </a:pPr>
            <a:r>
              <a:rPr dirty="0"/>
              <a:t>EDA and visualizations were used to identify patterns in cuisine preferences, payment methods, city demand and order status.</a:t>
            </a:r>
          </a:p>
          <a:p>
            <a:pPr>
              <a:spcAft>
                <a:spcPts val="700"/>
              </a:spcAft>
              <a:defRPr sz="1800"/>
            </a:pPr>
            <a:endParaRPr dirty="0"/>
          </a:p>
          <a:p>
            <a:pPr>
              <a:spcAft>
                <a:spcPts val="700"/>
              </a:spcAft>
              <a:defRPr sz="1800"/>
            </a:pPr>
            <a:r>
              <a:rPr dirty="0"/>
              <a:t>The analysis converts food-delivery records into practical insights that can help understand customer and service </a:t>
            </a:r>
            <a:r>
              <a:rPr dirty="0" err="1"/>
              <a:t>behaviour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800"/>
            </a:pPr>
            <a:endParaRPr dirty="0"/>
          </a:p>
          <a:p>
            <a:pPr>
              <a:spcAft>
                <a:spcPts val="700"/>
              </a:spcAft>
              <a:defRPr sz="1800"/>
            </a:pPr>
            <a:r>
              <a:rPr dirty="0"/>
              <a:t>The final review focuses on implementation evidence, results, interpretation and individual contribution.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0377D9D7-E9F8-3745-E899-C6D1F392B9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0" y="246888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927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Pravallika Karanam</dc:creator>
  <cp:keywords/>
  <dc:description>generated using python-pptx</dc:description>
  <cp:lastModifiedBy>Pravallika Karanam</cp:lastModifiedBy>
  <cp:revision>8</cp:revision>
  <dcterms:created xsi:type="dcterms:W3CDTF">2013-01-27T09:14:16Z</dcterms:created>
  <dcterms:modified xsi:type="dcterms:W3CDTF">2026-09-23T08:01:30Z</dcterms:modified>
  <cp:category/>
</cp:coreProperties>
</file>